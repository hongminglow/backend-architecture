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bin" ContentType="application/octet-stream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04466f5c8449ee" /><Relationship Type="http://schemas.openxmlformats.org/officeDocument/2006/relationships/extended-properties" Target="/docProps/app.xml" Id="R474f28c9621d495a" /><Relationship Type="http://schemas.openxmlformats.org/officeDocument/2006/relationships/officeDocument" Target="/ppt/presentation.xml" Id="Rfc1708ff3caa44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adc3222796435f"/>
  </p:sldMasterIdLst>
  <p:notesMasterIdLst>
    <p:notesMasterId xmlns:r="http://schemas.openxmlformats.org/officeDocument/2006/relationships" r:id="Ra7abe85088a2420d"/>
  </p:notesMasterIdLst>
  <p:sldIdLst>
    <p:sldId xmlns:r="http://schemas.openxmlformats.org/officeDocument/2006/relationships" id="256" r:id="Rd4d77bc230924784"/>
    <p:sldId xmlns:r="http://schemas.openxmlformats.org/officeDocument/2006/relationships" id="257" r:id="Rccc60b6261ce40a8"/>
    <p:sldId xmlns:r="http://schemas.openxmlformats.org/officeDocument/2006/relationships" id="258" r:id="Re1ec27ed8e304773"/>
    <p:sldId xmlns:r="http://schemas.openxmlformats.org/officeDocument/2006/relationships" id="259" r:id="R82d8ade667494673"/>
    <p:sldId xmlns:r="http://schemas.openxmlformats.org/officeDocument/2006/relationships" id="260" r:id="Rd27ed738af0548ec"/>
    <p:sldId xmlns:r="http://schemas.openxmlformats.org/officeDocument/2006/relationships" id="261" r:id="R6e088501933c48a4"/>
    <p:sldId xmlns:r="http://schemas.openxmlformats.org/officeDocument/2006/relationships" id="262" r:id="Rd409cbf260c34e49"/>
    <p:sldId xmlns:r="http://schemas.openxmlformats.org/officeDocument/2006/relationships" id="263" r:id="Ra7a51d14bbc242ea"/>
    <p:sldId xmlns:r="http://schemas.openxmlformats.org/officeDocument/2006/relationships" id="264" r:id="Reb10efa4c2af48d3"/>
    <p:sldId xmlns:r="http://schemas.openxmlformats.org/officeDocument/2006/relationships" id="265" r:id="R82f3796f5f3b4f0e"/>
    <p:sldId xmlns:r="http://schemas.openxmlformats.org/officeDocument/2006/relationships" id="266" r:id="R078bd3aae64343f8"/>
    <p:sldId xmlns:r="http://schemas.openxmlformats.org/officeDocument/2006/relationships" id="267" r:id="Rba4cfdf6f18c4c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adc3222796435f" /><Relationship Type="http://schemas.openxmlformats.org/officeDocument/2006/relationships/theme" Target="/ppt/theme/theme1.xml" Id="Rfc63763bf7af45ad" /><Relationship Type="http://schemas.openxmlformats.org/officeDocument/2006/relationships/notesMaster" Target="/ppt/notesMasters/notesMaster1.xml" Id="Ra7abe85088a2420d" /><Relationship Type="http://schemas.openxmlformats.org/officeDocument/2006/relationships/presProps" Target="/ppt/presProps.xml" Id="R5c82a76f7b35478e" /><Relationship Type="http://schemas.openxmlformats.org/officeDocument/2006/relationships/viewProps" Target="/ppt/viewProps.xml" Id="Reb0eab5b754e420a" /><Relationship Type="http://schemas.openxmlformats.org/officeDocument/2006/relationships/tableStyles" Target="/ppt/tableStyles.xml" Id="R12747e04886342c0" /><Relationship Type="http://schemas.openxmlformats.org/officeDocument/2006/relationships/slide" Target="/ppt/slides/slide1.xml" Id="Rd4d77bc230924784" /><Relationship Type="http://schemas.openxmlformats.org/officeDocument/2006/relationships/slide" Target="/ppt/slides/slide2.xml" Id="Rccc60b6261ce40a8" /><Relationship Type="http://schemas.openxmlformats.org/officeDocument/2006/relationships/slide" Target="/ppt/slides/slide3.xml" Id="Re1ec27ed8e304773" /><Relationship Type="http://schemas.openxmlformats.org/officeDocument/2006/relationships/slide" Target="/ppt/slides/slide4.xml" Id="R82d8ade667494673" /><Relationship Type="http://schemas.openxmlformats.org/officeDocument/2006/relationships/slide" Target="/ppt/slides/slide5.xml" Id="Rd27ed738af0548ec" /><Relationship Type="http://schemas.openxmlformats.org/officeDocument/2006/relationships/slide" Target="/ppt/slides/slide6.xml" Id="R6e088501933c48a4" /><Relationship Type="http://schemas.openxmlformats.org/officeDocument/2006/relationships/slide" Target="/ppt/slides/slide7.xml" Id="Rd409cbf260c34e49" /><Relationship Type="http://schemas.openxmlformats.org/officeDocument/2006/relationships/slide" Target="/ppt/slides/slide8.xml" Id="Ra7a51d14bbc242ea" /><Relationship Type="http://schemas.openxmlformats.org/officeDocument/2006/relationships/slide" Target="/ppt/slides/slide9.xml" Id="Reb10efa4c2af48d3" /><Relationship Type="http://schemas.openxmlformats.org/officeDocument/2006/relationships/slide" Target="/ppt/slides/slide10.xml" Id="R82f3796f5f3b4f0e" /><Relationship Type="http://schemas.openxmlformats.org/officeDocument/2006/relationships/slide" Target="/ppt/slides/slide11.xml" Id="R078bd3aae64343f8" /><Relationship Type="http://schemas.openxmlformats.org/officeDocument/2006/relationships/slide" Target="/ppt/slides/slide12.xml" Id="Rba4cfdf6f18c4c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3cf00db1f4349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d6562bb8c045c9" /><Relationship Type="http://schemas.openxmlformats.org/officeDocument/2006/relationships/notesMaster" Target="/ppt/notesMasters/notesMaster1.xml" Id="R97973adbfd83432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03f86e5df04496" /><Relationship Type="http://schemas.openxmlformats.org/officeDocument/2006/relationships/notesMaster" Target="/ppt/notesMasters/notesMaster1.xml" Id="Rd9cb8803963044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efd746c72a4802" /><Relationship Type="http://schemas.openxmlformats.org/officeDocument/2006/relationships/notesMaster" Target="/ppt/notesMasters/notesMaster1.xml" Id="Ra8e3ef1fce284e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04df51dedf46e9" /><Relationship Type="http://schemas.openxmlformats.org/officeDocument/2006/relationships/notesMaster" Target="/ppt/notesMasters/notesMaster1.xml" Id="R3cbbbfd8677d4a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bc3d370d7545f2" /><Relationship Type="http://schemas.openxmlformats.org/officeDocument/2006/relationships/notesMaster" Target="/ppt/notesMasters/notesMaster1.xml" Id="Re060a61a48e945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9538198eea4ce9" /><Relationship Type="http://schemas.openxmlformats.org/officeDocument/2006/relationships/notesMaster" Target="/ppt/notesMasters/notesMaster1.xml" Id="R8d5a87e984ae46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c9253809444fb8" /><Relationship Type="http://schemas.openxmlformats.org/officeDocument/2006/relationships/notesMaster" Target="/ppt/notesMasters/notesMaster1.xml" Id="R24acf4363eba49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f93affa8ef94336" /><Relationship Type="http://schemas.openxmlformats.org/officeDocument/2006/relationships/notesMaster" Target="/ppt/notesMasters/notesMaster1.xml" Id="R216ccf2054d34b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003802011d4cf6" /><Relationship Type="http://schemas.openxmlformats.org/officeDocument/2006/relationships/notesMaster" Target="/ppt/notesMasters/notesMaster1.xml" Id="R249ee3106fb943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b75e26f3e64769" /><Relationship Type="http://schemas.openxmlformats.org/officeDocument/2006/relationships/notesMaster" Target="/ppt/notesMasters/notesMaster1.xml" Id="R2265c31470394e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058517e8724106" /><Relationship Type="http://schemas.openxmlformats.org/officeDocument/2006/relationships/notesMaster" Target="/ppt/notesMasters/notesMaster1.xml" Id="R390b41ed1a0847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1981ee2ca7414f" /><Relationship Type="http://schemas.openxmlformats.org/officeDocument/2006/relationships/notesMaster" Target="/ppt/notesMasters/notesMaster1.xml" Id="Rcb2fdf60ad8c42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4dadc45a1f406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e11513b3fa0437e" /><Relationship Type="http://schemas.openxmlformats.org/officeDocument/2006/relationships/slideLayout" Target="/ppt/slideLayouts/slideLayout2.xml" Id="R5049b9b5d0444d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49b9b5d0444d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779ba9abf14c00" /><Relationship Type="http://schemas.openxmlformats.org/officeDocument/2006/relationships/image" Target="/ppt/media/image.png" Id="R05dc48cb52644d4d" /><Relationship Type="http://schemas.openxmlformats.org/officeDocument/2006/relationships/image" Target="/ppt/media/image.svg" Id="R0c68419bf4434101" /><Relationship Type="http://schemas.openxmlformats.org/officeDocument/2006/relationships/image" Target="/ppt/media/image2.png" Id="Rbf3e98bbe1b04f1e" /><Relationship Type="http://schemas.openxmlformats.org/officeDocument/2006/relationships/image" Target="/ppt/media/image2.svg" Id="R1a20ad53e66d4348" /><Relationship Type="http://schemas.openxmlformats.org/officeDocument/2006/relationships/image" Target="/ppt/media/image3.png" Id="Rf24c2852524f4a1a" /><Relationship Type="http://schemas.openxmlformats.org/officeDocument/2006/relationships/image" Target="/ppt/media/image3.svg" Id="R39698a211d304126" /><Relationship Type="http://schemas.openxmlformats.org/officeDocument/2006/relationships/image" Target="/ppt/media/image4.png" Id="R5762822de3184159" /><Relationship Type="http://schemas.openxmlformats.org/officeDocument/2006/relationships/image" Target="/ppt/media/image4.svg" Id="Re1ef3752ed0a4cc2" /><Relationship Type="http://schemas.openxmlformats.org/officeDocument/2006/relationships/image" Target="/ppt/media/image5.png" Id="R66075abcc747472a" /><Relationship Type="http://schemas.openxmlformats.org/officeDocument/2006/relationships/image" Target="/ppt/media/image5.svg" Id="Rd5a7c179c3e0492e" /><Relationship Type="http://schemas.openxmlformats.org/officeDocument/2006/relationships/notesSlide" Target="/ppt/notesSlides/notesSlide1.xml" Id="R9f080ddc4a9c42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5af00044734997" /><Relationship Type="http://schemas.openxmlformats.org/officeDocument/2006/relationships/image" Target="/ppt/media/image.bin" Id="Ra17ce29313574203" /><Relationship Type="http://schemas.openxmlformats.org/officeDocument/2006/relationships/notesSlide" Target="/ppt/notesSlides/notesSlide2.xml" Id="Reb1ba2b7204b4a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8d9538e21b45a9" /><Relationship Type="http://schemas.openxmlformats.org/officeDocument/2006/relationships/image" Target="/ppt/media/image6.png" Id="R93f105d4520f4673" /><Relationship Type="http://schemas.openxmlformats.org/officeDocument/2006/relationships/image" Target="/ppt/media/image6.svg" Id="R3afde94734274491" /><Relationship Type="http://schemas.openxmlformats.org/officeDocument/2006/relationships/image" Target="/ppt/media/image7.png" Id="Rac8e3f400c484f6b" /><Relationship Type="http://schemas.openxmlformats.org/officeDocument/2006/relationships/image" Target="/ppt/media/image7.svg" Id="R4db1728bd7e14ac2" /><Relationship Type="http://schemas.openxmlformats.org/officeDocument/2006/relationships/image" Target="/ppt/media/image8.png" Id="R77a2bd561e294c55" /><Relationship Type="http://schemas.openxmlformats.org/officeDocument/2006/relationships/image" Target="/ppt/media/image8.svg" Id="Ref94605d060a47a2" /><Relationship Type="http://schemas.openxmlformats.org/officeDocument/2006/relationships/image" Target="/ppt/media/image9.png" Id="R3785a26a6fd144fe" /><Relationship Type="http://schemas.openxmlformats.org/officeDocument/2006/relationships/image" Target="/ppt/media/image9.svg" Id="R11a850cf6e474003" /><Relationship Type="http://schemas.openxmlformats.org/officeDocument/2006/relationships/image" Target="/ppt/media/image10.png" Id="Rb40ba9dd8d4947cf" /><Relationship Type="http://schemas.openxmlformats.org/officeDocument/2006/relationships/image" Target="/ppt/media/image10.svg" Id="R8cbd00961c80470a" /><Relationship Type="http://schemas.openxmlformats.org/officeDocument/2006/relationships/image" Target="/ppt/media/image11.png" Id="R8d11fe82bbf54556" /><Relationship Type="http://schemas.openxmlformats.org/officeDocument/2006/relationships/image" Target="/ppt/media/image11.svg" Id="R884511d3393b49c8" /><Relationship Type="http://schemas.openxmlformats.org/officeDocument/2006/relationships/image" Target="/ppt/media/image12.png" Id="Rad1795c9201143a4" /><Relationship Type="http://schemas.openxmlformats.org/officeDocument/2006/relationships/image" Target="/ppt/media/image12.svg" Id="R4fc2483992cd4f17" /><Relationship Type="http://schemas.openxmlformats.org/officeDocument/2006/relationships/image" Target="/ppt/media/image13.png" Id="R38d1710dfc734f8d" /><Relationship Type="http://schemas.openxmlformats.org/officeDocument/2006/relationships/image" Target="/ppt/media/image13.svg" Id="R05a5b00e8faf43af" /><Relationship Type="http://schemas.openxmlformats.org/officeDocument/2006/relationships/notesSlide" Target="/ppt/notesSlides/notesSlide3.xml" Id="Rc17fa7bdba0944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1102e612734a5a" /><Relationship Type="http://schemas.openxmlformats.org/officeDocument/2006/relationships/image" Target="/ppt/media/image14.png" Id="R62dc080914aa45dc" /><Relationship Type="http://schemas.openxmlformats.org/officeDocument/2006/relationships/image" Target="/ppt/media/image14.svg" Id="R105d9d33badd4749" /><Relationship Type="http://schemas.openxmlformats.org/officeDocument/2006/relationships/image" Target="/ppt/media/image15.png" Id="R86c918c4c9fd4fb3" /><Relationship Type="http://schemas.openxmlformats.org/officeDocument/2006/relationships/image" Target="/ppt/media/image15.svg" Id="R5ddbd3bdfdcd4e7f" /><Relationship Type="http://schemas.openxmlformats.org/officeDocument/2006/relationships/image" Target="/ppt/media/image16.png" Id="Ra08c9711f45d4cdb" /><Relationship Type="http://schemas.openxmlformats.org/officeDocument/2006/relationships/image" Target="/ppt/media/image16.svg" Id="Rb972897cfe914ef5" /><Relationship Type="http://schemas.openxmlformats.org/officeDocument/2006/relationships/image" Target="/ppt/media/image17.png" Id="Rc62283c3a5144489" /><Relationship Type="http://schemas.openxmlformats.org/officeDocument/2006/relationships/image" Target="/ppt/media/image17.svg" Id="Rc74c94df21cb4292" /><Relationship Type="http://schemas.openxmlformats.org/officeDocument/2006/relationships/notesSlide" Target="/ppt/notesSlides/notesSlide4.xml" Id="R3342111f569e4d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1e3e4e78d64924" /><Relationship Type="http://schemas.openxmlformats.org/officeDocument/2006/relationships/image" Target="/ppt/media/image18.png" Id="Rcdfc148bfd0b4563" /><Relationship Type="http://schemas.openxmlformats.org/officeDocument/2006/relationships/image" Target="/ppt/media/image18.svg" Id="Rd97f3eb3e51449b8" /><Relationship Type="http://schemas.openxmlformats.org/officeDocument/2006/relationships/image" Target="/ppt/media/image19.png" Id="Rbd43cea510fb4e2b" /><Relationship Type="http://schemas.openxmlformats.org/officeDocument/2006/relationships/image" Target="/ppt/media/image19.svg" Id="R3fce70f1b95240bc" /><Relationship Type="http://schemas.openxmlformats.org/officeDocument/2006/relationships/image" Target="/ppt/media/image20.png" Id="R93acf873c0cf4cb0" /><Relationship Type="http://schemas.openxmlformats.org/officeDocument/2006/relationships/image" Target="/ppt/media/image20.svg" Id="Rbc041401507b44fa" /><Relationship Type="http://schemas.openxmlformats.org/officeDocument/2006/relationships/image" Target="/ppt/media/image21.png" Id="Rd695fe215fff4455" /><Relationship Type="http://schemas.openxmlformats.org/officeDocument/2006/relationships/image" Target="/ppt/media/image21.svg" Id="R2ae3419da5d64655" /><Relationship Type="http://schemas.openxmlformats.org/officeDocument/2006/relationships/notesSlide" Target="/ppt/notesSlides/notesSlide5.xml" Id="Re376d110611e48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07e1589077489d" /><Relationship Type="http://schemas.openxmlformats.org/officeDocument/2006/relationships/image" Target="/ppt/media/image22.png" Id="R2be0a1e734884f32" /><Relationship Type="http://schemas.openxmlformats.org/officeDocument/2006/relationships/image" Target="/ppt/media/image22.svg" Id="R820acea34bc944b2" /><Relationship Type="http://schemas.openxmlformats.org/officeDocument/2006/relationships/image" Target="/ppt/media/image23.png" Id="Rbf098f7c5c794bba" /><Relationship Type="http://schemas.openxmlformats.org/officeDocument/2006/relationships/image" Target="/ppt/media/image23.svg" Id="R7ee5ea0518884eb8" /><Relationship Type="http://schemas.openxmlformats.org/officeDocument/2006/relationships/image" Target="/ppt/media/image24.png" Id="R988b8d2047d04a37" /><Relationship Type="http://schemas.openxmlformats.org/officeDocument/2006/relationships/image" Target="/ppt/media/image24.svg" Id="Rbbc3c441504c4741" /><Relationship Type="http://schemas.openxmlformats.org/officeDocument/2006/relationships/image" Target="/ppt/media/image25.png" Id="Rf1831f11bc644edb" /><Relationship Type="http://schemas.openxmlformats.org/officeDocument/2006/relationships/image" Target="/ppt/media/image25.svg" Id="R1d8b1f3511d24095" /><Relationship Type="http://schemas.openxmlformats.org/officeDocument/2006/relationships/notesSlide" Target="/ppt/notesSlides/notesSlide6.xml" Id="Ra5f3dce0a5b1471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713ae45c284a9e" /><Relationship Type="http://schemas.openxmlformats.org/officeDocument/2006/relationships/image" Target="/ppt/media/image26.png" Id="Raafa7dd3c6b8432b" /><Relationship Type="http://schemas.openxmlformats.org/officeDocument/2006/relationships/image" Target="/ppt/media/image26.svg" Id="Rebf3060e7d4640fd" /><Relationship Type="http://schemas.openxmlformats.org/officeDocument/2006/relationships/image" Target="/ppt/media/image27.png" Id="R66fcad7cb85d4204" /><Relationship Type="http://schemas.openxmlformats.org/officeDocument/2006/relationships/image" Target="/ppt/media/image27.svg" Id="Rdb1de9fec58a41b5" /><Relationship Type="http://schemas.openxmlformats.org/officeDocument/2006/relationships/image" Target="/ppt/media/image28.png" Id="Rb4f2e8aac39147e6" /><Relationship Type="http://schemas.openxmlformats.org/officeDocument/2006/relationships/image" Target="/ppt/media/image28.svg" Id="R8d75325414074f59" /><Relationship Type="http://schemas.openxmlformats.org/officeDocument/2006/relationships/image" Target="/ppt/media/image29.png" Id="R9d4d1b1b3ba94afa" /><Relationship Type="http://schemas.openxmlformats.org/officeDocument/2006/relationships/image" Target="/ppt/media/image29.svg" Id="R2332a067c5944364" /><Relationship Type="http://schemas.openxmlformats.org/officeDocument/2006/relationships/image" Target="/ppt/media/image30.png" Id="Rb0d012bb331d43c2" /><Relationship Type="http://schemas.openxmlformats.org/officeDocument/2006/relationships/image" Target="/ppt/media/image30.svg" Id="Rc75b80e0de4b490c" /><Relationship Type="http://schemas.openxmlformats.org/officeDocument/2006/relationships/notesSlide" Target="/ppt/notesSlides/notesSlide7.xml" Id="R047181f9f27741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66c446a6cc4204" /><Relationship Type="http://schemas.openxmlformats.org/officeDocument/2006/relationships/image" Target="/ppt/media/image31.png" Id="R93917de578784665" /><Relationship Type="http://schemas.openxmlformats.org/officeDocument/2006/relationships/image" Target="/ppt/media/image31.svg" Id="R2e90307d69fb4198" /><Relationship Type="http://schemas.openxmlformats.org/officeDocument/2006/relationships/image" Target="/ppt/media/image32.png" Id="R59fc2f0a1dcb4951" /><Relationship Type="http://schemas.openxmlformats.org/officeDocument/2006/relationships/image" Target="/ppt/media/image32.svg" Id="R9b84a743f2294cf3" /><Relationship Type="http://schemas.openxmlformats.org/officeDocument/2006/relationships/image" Target="/ppt/media/image33.png" Id="R3e7023e71b9d43b2" /><Relationship Type="http://schemas.openxmlformats.org/officeDocument/2006/relationships/image" Target="/ppt/media/image33.svg" Id="Re554272253d54074" /><Relationship Type="http://schemas.openxmlformats.org/officeDocument/2006/relationships/notesSlide" Target="/ppt/notesSlides/notesSlide8.xml" Id="Rfad50c2ae12843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a408ff000d47ac" /><Relationship Type="http://schemas.openxmlformats.org/officeDocument/2006/relationships/image" Target="/ppt/media/image34.png" Id="R9f6044176bf24573" /><Relationship Type="http://schemas.openxmlformats.org/officeDocument/2006/relationships/image" Target="/ppt/media/image34.svg" Id="R2ced77198a374757" /><Relationship Type="http://schemas.openxmlformats.org/officeDocument/2006/relationships/image" Target="/ppt/media/image35.png" Id="R2f7a0df84d5b4752" /><Relationship Type="http://schemas.openxmlformats.org/officeDocument/2006/relationships/image" Target="/ppt/media/image35.svg" Id="Rfd41fd48350c4d27" /><Relationship Type="http://schemas.openxmlformats.org/officeDocument/2006/relationships/image" Target="/ppt/media/image36.png" Id="R64f01da64b3249ec" /><Relationship Type="http://schemas.openxmlformats.org/officeDocument/2006/relationships/image" Target="/ppt/media/image36.svg" Id="Reaabd3f053c5434f" /><Relationship Type="http://schemas.openxmlformats.org/officeDocument/2006/relationships/image" Target="/ppt/media/image37.png" Id="Rd52775f357074ebe" /><Relationship Type="http://schemas.openxmlformats.org/officeDocument/2006/relationships/image" Target="/ppt/media/image37.svg" Id="R2184229ebf6b4eb0" /><Relationship Type="http://schemas.openxmlformats.org/officeDocument/2006/relationships/notesSlide" Target="/ppt/notesSlides/notesSlide9.xml" Id="R9f60e31c8b844e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d5aeeabaea43f7" /><Relationship Type="http://schemas.openxmlformats.org/officeDocument/2006/relationships/image" Target="/ppt/media/image38.png" Id="R314b3b2d89c24dcc" /><Relationship Type="http://schemas.openxmlformats.org/officeDocument/2006/relationships/image" Target="/ppt/media/image38.svg" Id="R89cfb4a579bb4443" /><Relationship Type="http://schemas.openxmlformats.org/officeDocument/2006/relationships/image" Target="/ppt/media/image39.png" Id="R381bdbb2b25d4870" /><Relationship Type="http://schemas.openxmlformats.org/officeDocument/2006/relationships/image" Target="/ppt/media/image39.svg" Id="Rd211d0368a7e428f" /><Relationship Type="http://schemas.openxmlformats.org/officeDocument/2006/relationships/image" Target="/ppt/media/image40.png" Id="R9602bc440d584ed7" /><Relationship Type="http://schemas.openxmlformats.org/officeDocument/2006/relationships/image" Target="/ppt/media/image40.svg" Id="R9703902c12bd43d6" /><Relationship Type="http://schemas.openxmlformats.org/officeDocument/2006/relationships/image" Target="/ppt/media/image41.png" Id="R9a1e3cbb6cdd4041" /><Relationship Type="http://schemas.openxmlformats.org/officeDocument/2006/relationships/image" Target="/ppt/media/image41.svg" Id="R511724ae7e3f4078" /><Relationship Type="http://schemas.openxmlformats.org/officeDocument/2006/relationships/notesSlide" Target="/ppt/notesSlides/notesSlide10.xml" Id="R70ca18d649944c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daaa8bfcc84066" /><Relationship Type="http://schemas.openxmlformats.org/officeDocument/2006/relationships/image" Target="/ppt/media/image42.png" Id="R238f25e469e34be9" /><Relationship Type="http://schemas.openxmlformats.org/officeDocument/2006/relationships/image" Target="/ppt/media/image42.svg" Id="R5d210043829f4c95" /><Relationship Type="http://schemas.openxmlformats.org/officeDocument/2006/relationships/image" Target="/ppt/media/image43.png" Id="R832547294b0e4190" /><Relationship Type="http://schemas.openxmlformats.org/officeDocument/2006/relationships/image" Target="/ppt/media/image43.svg" Id="Rcf4cbc60cc7340c7" /><Relationship Type="http://schemas.openxmlformats.org/officeDocument/2006/relationships/image" Target="/ppt/media/image44.png" Id="R3fcd426c078549e2" /><Relationship Type="http://schemas.openxmlformats.org/officeDocument/2006/relationships/image" Target="/ppt/media/image44.svg" Id="R040a65c4e65f41cb" /><Relationship Type="http://schemas.openxmlformats.org/officeDocument/2006/relationships/image" Target="/ppt/media/image45.png" Id="R24751b37dde1412d" /><Relationship Type="http://schemas.openxmlformats.org/officeDocument/2006/relationships/image" Target="/ppt/media/image45.svg" Id="Re4dab362a0964e38" /><Relationship Type="http://schemas.openxmlformats.org/officeDocument/2006/relationships/image" Target="/ppt/media/image46.png" Id="R0020ff464fb5456a" /><Relationship Type="http://schemas.openxmlformats.org/officeDocument/2006/relationships/image" Target="/ppt/media/image46.svg" Id="R9352480f434b4a7a" /><Relationship Type="http://schemas.openxmlformats.org/officeDocument/2006/relationships/image" Target="/ppt/media/image47.png" Id="R00d265de95af421c" /><Relationship Type="http://schemas.openxmlformats.org/officeDocument/2006/relationships/image" Target="/ppt/media/image47.svg" Id="R49ac9f65ef9c43c7" /><Relationship Type="http://schemas.openxmlformats.org/officeDocument/2006/relationships/image" Target="/ppt/media/image48.png" Id="R148e9b0492774aba" /><Relationship Type="http://schemas.openxmlformats.org/officeDocument/2006/relationships/image" Target="/ppt/media/image48.svg" Id="R1fe5f48197f4414e" /><Relationship Type="http://schemas.openxmlformats.org/officeDocument/2006/relationships/image" Target="/ppt/media/image49.png" Id="Re6497b0157c14dd6" /><Relationship Type="http://schemas.openxmlformats.org/officeDocument/2006/relationships/image" Target="/ppt/media/image49.svg" Id="Rbfac4a9a5aec4ea3" /><Relationship Type="http://schemas.openxmlformats.org/officeDocument/2006/relationships/notesSlide" Target="/ppt/notesSlides/notesSlide11.xml" Id="R1355089b653447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f9115c05894cef" /><Relationship Type="http://schemas.openxmlformats.org/officeDocument/2006/relationships/image" Target="/ppt/media/image50.png" Id="Rd29e72e2b7154dbb" /><Relationship Type="http://schemas.openxmlformats.org/officeDocument/2006/relationships/image" Target="/ppt/media/image50.svg" Id="R5209a9d26ffa4eb1" /><Relationship Type="http://schemas.openxmlformats.org/officeDocument/2006/relationships/image" Target="/ppt/media/image51.png" Id="R771da8974bb040f4" /><Relationship Type="http://schemas.openxmlformats.org/officeDocument/2006/relationships/image" Target="/ppt/media/image51.svg" Id="R5533fb44b40c4bd2" /><Relationship Type="http://schemas.openxmlformats.org/officeDocument/2006/relationships/image" Target="/ppt/media/image52.png" Id="R857190bad9684cf7" /><Relationship Type="http://schemas.openxmlformats.org/officeDocument/2006/relationships/image" Target="/ppt/media/image52.svg" Id="Rba2b775805664553" /><Relationship Type="http://schemas.openxmlformats.org/officeDocument/2006/relationships/image" Target="/ppt/media/image53.png" Id="R22c7370d59504ad8" /><Relationship Type="http://schemas.openxmlformats.org/officeDocument/2006/relationships/image" Target="/ppt/media/image53.svg" Id="R8b75fa06175344ba" /><Relationship Type="http://schemas.openxmlformats.org/officeDocument/2006/relationships/notesSlide" Target="/ppt/notesSlides/notesSlide12.xml" Id="R9221c460b7ce45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FF5D58-8E0A-4967-B928-FFAFB1B8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C594A-4BD2-454E-B1F4-28AA06D9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F7658-FB49-42B3-859C-0270D39C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DF108-5538-4030-8181-F6952005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FD040-D82C-4441-B83F-A440368B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692F5-A332-4699-BC43-E078464E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ARCHITECTURE STORY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45DE9-E484-4093-B2BD-F309342C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A backend scaling playground you can explain from the diagram.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475A0-D823-4A2A-8AC2-72B9058A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876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The order workload stays small; the architecture surface is intentionally broad and measurable.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6964A-0147-4DCF-B294-5859F814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752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53D21-E029-4B48-927D-B5A1A94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58581-42A5-4F5E-916A-4E39EE81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c48cb52644d4d">
            <a:extLst>
              <a:ext uri="{96DAC541-7B7A-43D3-8B79-37D633B846F1}">
                <asvg:svgBlip xmlns:asvg="http://schemas.microsoft.com/office/drawing/2016/SVG/main" r:embed="R0c68419bf443410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2667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7FE5C-11A5-4827-A3F1-C4720A9C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09850"/>
            <a:ext cx="838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59C914-0FFE-4E78-8DAE-FC07A512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956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HAProxy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80046-618B-44B4-936A-82F2AEC8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1752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02115-555F-468F-B3F5-E9FFD6F0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28D050-2DE9-4B0B-96A3-F8FF3D43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71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98bbe1b04f1e">
            <a:extLst>
              <a:ext uri="{96DAC541-7B7A-43D3-8B79-37D633B846F1}">
                <asvg:svgBlip xmlns:asvg="http://schemas.microsoft.com/office/drawing/2016/SVG/main" r:embed="R1a20ad53e66d43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238500" y="2667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53B349-163E-45B3-B3E6-27E03BE8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838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D3275-E6E4-4408-A3AC-E791A424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956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replicas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D8490E-CD0D-452D-808A-1BC84EA7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00300"/>
            <a:ext cx="1752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AAA480-F506-4499-8F71-00FA6336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00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0EC58B-97F4-40C5-BF6D-30DA9B03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71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c2852524f4a1a">
            <a:extLst>
              <a:ext uri="{96DAC541-7B7A-43D3-8B79-37D633B846F1}">
                <asvg:svgBlip xmlns:asvg="http://schemas.microsoft.com/office/drawing/2016/SVG/main" r:embed="R39698a211d3041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524500" y="2667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D404E-6219-4335-81F7-C0C9C68A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09850"/>
            <a:ext cx="838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8DFC6-090E-46C0-8E47-3677110F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8956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Redis + SQL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C49490-4318-4AC7-950A-FF145A73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00300"/>
            <a:ext cx="1752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AF04B9-1BDF-4671-9C9E-9C7666EA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00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6EB80-D5B4-4E7C-AF98-8A45D9420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71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2822de3184159">
            <a:extLst>
              <a:ext uri="{96DAC541-7B7A-43D3-8B79-37D633B846F1}">
                <asvg:svgBlip xmlns:asvg="http://schemas.microsoft.com/office/drawing/2016/SVG/main" r:embed="Re1ef3752ed0a4cc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0500" y="2667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DAC937-D986-4D2F-B50A-29FFD205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838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Async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018A83-C081-4683-AAFA-D1D1D22C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956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outbox + queue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7A7FFD-3626-4224-8751-F9F35204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17526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1BB2C3-3B4C-49DB-9BBF-FAC92433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CB0AE5-B6F9-40B2-A3AB-E81999CB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71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75abcc747472a">
            <a:extLst>
              <a:ext uri="{96DAC541-7B7A-43D3-8B79-37D633B846F1}">
                <asvg:svgBlip xmlns:asvg="http://schemas.microsoft.com/office/drawing/2016/SVG/main" r:embed="Rd5a7c179c3e0492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096500" y="2667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83DF7F-982B-422D-8867-D79B55D9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09850"/>
            <a:ext cx="838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Ops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C59344-F7DE-4B60-9245-297A7DE1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895600"/>
            <a:ext cx="838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metrics + tests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FA9935-D0B1-4556-8D62-CA9034B3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384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C17318-7D05-42EB-9A6F-55403BA8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81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1C3870-31BD-4732-8EB9-7301BA10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667711-63EE-46B8-A03F-98C0F01A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A480C8-9A10-4B43-B395-E4E8D36E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0E88D5-E0C5-4E1E-9F95-AAE746EE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758065-04B3-4B5E-8F1A-B08BD9A5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384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929AFF-A736-4A2B-AE18-0359483A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81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CF96C6-1DBF-47A4-8880-374FAD2A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What matters: routing, cache hit/miss, DB pooling, durable events, bounded retries, graceful drain, and visible metrics.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F01520-BCC7-475A-9E65-EF2907A2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8001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The deck is visual-first: diagrams carry the story; notes stay short.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024477C-95AA-4FDD-A7FC-B76D74A0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7E741-C823-4E30-9C88-F0E85A80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884054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15FBBB-6604-42DB-AB17-80DA00CC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46C4B-872F-4580-BC0D-29450655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85AEC-75BD-4B88-BEA1-22B0DDED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993FA-613D-4F78-A553-D3F9757B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ACA2E-7A3D-4751-A8D5-36065D68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9FD7A9-2E55-4B07-89E8-0D7C6DCE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VISUAL SYSTEM 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3D93B-5E48-458D-9983-68753FB5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quick-read map uses service badges and short flow labels.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2619D-992D-482C-80B9-6979122E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876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HIT, MISS, SQL, EVENT, RETRY, and DLQ are enough for developers to follow the path.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ce29313574203"/>
          <a:stretch xmlns:a="http://schemas.openxmlformats.org/drawingml/2006/main"/>
        </p:blipFill>
        <p:spPr>
          <a:xfrm xmlns:a="http://schemas.openxmlformats.org/drawingml/2006/main">
            <a:off x="495300" y="1657350"/>
            <a:ext cx="11201400" cy="44577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192FA-784E-45CE-88B5-2271ABB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95BE7-442D-44B2-9641-4E656F9B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0741768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EA0323-F5C9-4ADB-8FA6-D26817A0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DC721-D7BB-4FC0-BA7D-38CB7950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F2A3F-4054-458C-8DB9-1053568A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C9E9A9-0755-4BC0-9B15-DA20ACA1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CE018-98A1-4D1E-850D-12DD0F3C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EC018-9714-4F81-9AEC-BEA49ECA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DECISION PALETTE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57F3C-460F-4A8A-8AEE-1044B426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Sixteen decisions, grouped by the backend behavior they prove.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314AC-B815-432D-96A0-6B9E9FD1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105d4520f4673">
            <a:extLst>
              <a:ext uri="{96DAC541-7B7A-43D3-8B79-37D633B846F1}">
                <asvg:svgBlip xmlns:asvg="http://schemas.microsoft.com/office/drawing/2016/SVG/main" r:embed="R3afde947342744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050" y="21145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6BD14-E9B5-4F89-B4C3-E069E8CA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336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3D2C0-A05C-4228-8E94-F56A0EFF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907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Order platform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F9D2F-7221-4122-9446-DA462449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9621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e3f400c484f6b">
            <a:extLst>
              <a:ext uri="{96DAC541-7B7A-43D3-8B79-37D633B846F1}">
                <asvg:svgBlip xmlns:asvg="http://schemas.microsoft.com/office/drawing/2016/SVG/main" r:embed="R4db1728bd7e14ac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371850" y="21145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B0044E-5655-444D-97DF-92A8F0A2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Local MVP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F12C6-C5E1-4A23-9BB0-29D6CD72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907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Docker Compose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B65E16-3A39-4149-A904-F02D41F9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9621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2bd561e294c55">
            <a:extLst>
              <a:ext uri="{96DAC541-7B7A-43D3-8B79-37D633B846F1}">
                <asvg:svgBlip xmlns:asvg="http://schemas.microsoft.com/office/drawing/2016/SVG/main" r:embed="Ref94605d060a47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62650" y="21145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2BFB16-A2C4-40B1-A537-83B1CEA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A4B4B-033F-4723-95EB-8AE8030A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907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HAProxy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B9793-0E59-4125-A331-F6A0FD52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621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5a26a6fd144fe">
            <a:extLst>
              <a:ext uri="{96DAC541-7B7A-43D3-8B79-37D633B846F1}">
                <asvg:svgBlip xmlns:asvg="http://schemas.microsoft.com/office/drawing/2016/SVG/main" r:embed="R11a850cf6e47400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53450" y="21145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EE6F5-8965-4C67-97DC-31EEE088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1B294B-F84F-4E4E-AD0D-704E47DB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907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Postgres + pool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FBB22D-5F2B-4DAD-A86E-7BFB9FAE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ba9dd8d4947cf">
            <a:extLst>
              <a:ext uri="{96DAC541-7B7A-43D3-8B79-37D633B846F1}">
                <asvg:svgBlip xmlns:asvg="http://schemas.microsoft.com/office/drawing/2016/SVG/main" r:embed="R8cbd00961c80470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050" y="37147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370799-E5C3-46AA-BC47-1D5D725F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Async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9E067B-C494-4B68-9F50-9420E933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Outbox + queue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2F17BF-7121-4866-BD06-3385FB21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623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1fe82bbf54556">
            <a:extLst>
              <a:ext uri="{96DAC541-7B7A-43D3-8B79-37D633B846F1}">
                <asvg:svgBlip xmlns:asvg="http://schemas.microsoft.com/office/drawing/2016/SVG/main" r:embed="R884511d3393b49c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371850" y="37147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E02F98-C528-4DDB-A2FB-484CD39F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338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Resilience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C7096B-CE6E-4978-8032-7B77415D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drain + DLQ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115112-B261-4C19-A8E9-0D0BA5A9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623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795c9201143a4">
            <a:extLst>
              <a:ext uri="{96DAC541-7B7A-43D3-8B79-37D633B846F1}">
                <asvg:svgBlip xmlns:asvg="http://schemas.microsoft.com/office/drawing/2016/SVG/main" r:embed="R4fc2483992cd4f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62650" y="37147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8D0EFC-7EA6-42DC-94DC-B2E974E6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585E2C-BBCA-42F6-8C0D-C8C2929D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metrics + IDs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9AEF14-E9D7-44B0-BA1C-01032C5F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623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d1710dfc734f8d">
            <a:extLst>
              <a:ext uri="{96DAC541-7B7A-43D3-8B79-37D633B846F1}">
                <asvg:svgBlip xmlns:asvg="http://schemas.microsoft.com/office/drawing/2016/SVG/main" r:embed="R05a5b00e8faf43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53450" y="37147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472A31-2DAF-4A84-98FD-1E35919B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33800"/>
            <a:ext cx="140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Cloud phase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611BD4-9B55-4F72-99D0-B930058B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AWS mapping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0E5E0A-8CD2-4120-BBF7-EA52868D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102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Rule: every strategy needs a command, metric, or test signal.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8C00BB-106D-4BF0-9B32-4630BFA8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38C8DC-051A-41C8-AE21-339FB39B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33051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7E985F-7D47-46DA-86EF-D99CB695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260D7-901A-44FA-998C-4C989ED9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C797F-F842-4D6E-BD9A-C9BC588E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B3A14-791A-4749-BDF0-E728A204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1A8D0E-1CDE-497B-99EA-CA2D2081A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95BCAE-3FD3-490E-9135-BC5F8CA4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DOMAIN AND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D495F-0648-4FA0-99B2-98C57D1C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Orders are the test surface, not the product ambition.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6D830-53B2-4ED0-BEB6-719EF17D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20874-417E-4825-8E4E-56C51C52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4315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DF9C9-3D1C-47FE-B768-48AB6D15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c080914aa45dc">
            <a:extLst>
              <a:ext uri="{96DAC541-7B7A-43D3-8B79-37D633B846F1}">
                <asvg:svgBlip xmlns:asvg="http://schemas.microsoft.com/office/drawing/2016/SVG/main" r:embed="R105d9d33badd474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260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65948-A019-43B2-A9D6-CADC2845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527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Auth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15747-E54B-4AA8-98EB-4278E6D5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JWT + refresh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6C60E-89FD-4710-92F0-97DE0C99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4315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DBAA87-3508-44B9-8FFC-E5CEEB9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4315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77A767-477C-426F-89DF-55D41AD8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14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918c4c9fd4fb3">
            <a:extLst>
              <a:ext uri="{96DAC541-7B7A-43D3-8B79-37D633B846F1}">
                <asvg:svgBlip xmlns:asvg="http://schemas.microsoft.com/office/drawing/2016/SVG/main" r:embed="R5ddbd3bdfdcd4e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81450" y="260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BE6B4-937E-487E-86DF-065D5140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527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Orders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96747-CC89-40AB-8A84-E2C19A54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384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create + read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068D1-C44E-4003-BBE8-B814D3EC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4315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53B210-B069-44D3-9F58-AA22D0DF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4315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DA0015-75E6-4939-9A52-3266E2E6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14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c9711f45d4cdb">
            <a:extLst>
              <a:ext uri="{96DAC541-7B7A-43D3-8B79-37D633B846F1}">
                <asvg:svgBlip xmlns:asvg="http://schemas.microsoft.com/office/drawing/2016/SVG/main" r:embed="Rb972897cfe914ef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77050" y="260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731A1A-DA4F-434C-9C41-6903997B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Events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E399E7-8666-4E4C-97D6-003755A1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8384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order.created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C2460A-D850-4F92-AE3F-70EFD8E9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43150"/>
            <a:ext cx="2095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F4A952-9C9A-418B-B1F5-BEE34B6B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4315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10650E-5590-494E-BAC9-9E4CB85E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146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283c3a5144489">
            <a:extLst>
              <a:ext uri="{96DAC541-7B7A-43D3-8B79-37D633B846F1}">
                <asvg:svgBlip xmlns:asvg="http://schemas.microsoft.com/office/drawing/2016/SVG/main" r:embed="Rc74c94df21cb42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772650" y="26098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B6B9440-1EBF-40C3-A0A9-50CC0A5F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Workers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E9AC80-EB0C-4E2B-80F3-BA369BD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8384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process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21680E-8F06-4B82-8C40-8B12A3BA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8003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F8F3A4-5E2B-49FB-BD7F-A2804A0E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43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01415A-8D59-4A72-A6B1-FA3DC1A5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03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1198F0-42D6-4AAB-94D5-C7376136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BB3D78-EF52-4895-8C21-76DCA951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00350"/>
            <a:ext cx="800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F54375-73C7-4FD5-9F06-F9542103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432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1C303A-7659-4DCD-918C-6BF09F8D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6B92CC-4BDB-40B7-8A9C-AD570FE2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48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E0C06D-8930-48F3-9ADE-E7922105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91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Why this domain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1CA9B7-57E0-42CE-BE6F-4ED7CA2C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Touches reads, writes, auth, cache, queues, and idempotency.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832BA4-4CF2-4D9E-A689-4FD9F269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48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85CC22-CA4C-4FC4-932F-125ED91C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48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FD230A-7C1B-4C33-9264-F83BD594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91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Tradeoff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5367464-D440-4FBF-9177-B74F0A48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648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Not a full commerce system; product breadth stays out.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D7B04B-3981-46F1-AAA9-934255C8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6CB16-1E13-4C7F-8C28-9691F8CA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10419BF-FBC9-4105-9721-270EFD96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91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4130E2-CDAA-439B-88E4-4D7AE698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48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API walkthrough, seed script, integration tests, k6.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17DFCD-35F2-4D9E-A7D2-AD87144E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76BC7F-0F07-49C0-9036-86C20B00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19460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57ED69-3F62-4A7A-9919-BBEA2E1F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F442D-5E73-49B8-83D4-3800868B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174EB-22F6-4B83-8C13-0F1445E2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3962B-CA77-4730-AD24-B85D72A5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F8FCF-B02F-4785-AFFD-D729EF94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AAFC8-6237-4E48-BBEF-B0EBCC5C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EDGE AND SCALE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DCD437-CDEB-4DD0-8E1E-F5138AB1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HAProxy makes local replica behavior visible before AWS exists.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7B317D-E23B-4561-AC46-A07A0993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20002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32EE5-2E52-4E7A-B803-69429C41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571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F4947C-EEA8-40E6-9E64-613E7E3E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c148bfd0b4563">
            <a:extLst>
              <a:ext uri="{96DAC541-7B7A-43D3-8B79-37D633B846F1}">
                <asvg:svgBlip xmlns:asvg="http://schemas.microsoft.com/office/drawing/2016/SVG/main" r:embed="Rd97f3eb3e51449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27241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CFDC08-F44D-4562-998E-AE608302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6700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Client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B100E-4DD2-4358-BCAD-5A9CDB45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5275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HTTP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42785E-3FF1-4C1C-90A9-B0BD94E3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09800"/>
            <a:ext cx="21717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E3506-5C58-4DC5-BA41-7D46BB36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09800"/>
            <a:ext cx="57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8DB30-A136-48B0-9EE3-A1944B13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81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43cea510fb4e2b">
            <a:extLst>
              <a:ext uri="{96DAC541-7B7A-43D3-8B79-37D633B846F1}">
                <asvg:svgBlip xmlns:asvg="http://schemas.microsoft.com/office/drawing/2016/SVG/main" r:embed="R3fce70f1b95240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943350" y="24765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C5F33C-9FF3-44A8-BCD9-5AACF1FD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419350"/>
            <a:ext cx="1257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HAProxy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7D44D-1AC9-4163-AC90-85AC020D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05100"/>
            <a:ext cx="1257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health + leastconn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550410-544D-45BD-8BB7-F455F385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2324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39E69B-833B-4C15-91D0-D5850EE8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57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3C0A9F-EF37-4C7C-9433-E5DCF9D2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381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acf873c0cf4cb0">
            <a:extLst>
              <a:ext uri="{96DAC541-7B7A-43D3-8B79-37D633B846F1}">
                <asvg:svgBlip xmlns:asvg="http://schemas.microsoft.com/office/drawing/2016/SVG/main" r:embed="Rbc041401507b44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972300" y="24765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51DD2F-7DDB-4DD4-B22A-E96D5F60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19350"/>
            <a:ext cx="1409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API replicas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FF186E-AAA5-42B2-B1C3-FE60CC9D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051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1x or 4x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C1ED23-75C2-4EA6-90A6-A8C3B91E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1714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A1E94F-8205-4958-8747-96771081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57450"/>
            <a:ext cx="571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C56B2D-C5E4-4DD6-AD50-C7B075C0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289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5fe215fff4455">
            <a:extLst>
              <a:ext uri="{96DAC541-7B7A-43D3-8B79-37D633B846F1}">
                <asvg:svgBlip xmlns:asvg="http://schemas.microsoft.com/office/drawing/2016/SVG/main" r:embed="R2ae3419da5d646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153650" y="27241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8D51B1-A00F-4008-86BF-7E55719F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67000"/>
            <a:ext cx="800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k6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D3741F-DD12-41EF-A560-0EE0EE63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52750"/>
            <a:ext cx="800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deterministic IDs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01A90C-A7F4-4548-B1B6-288AEF94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241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5BF289-F3B3-4171-AB91-61ED8A0F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D4B127-6512-4AEB-ADEE-1EA63F6C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543175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5FC5F2-331E-473C-8655-7B1A8B89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6193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HTTP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914B06-D490-44A7-B067-FA7E3DE9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9241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984EEC-B23C-4D54-A8BA-EC799CFB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437B47-EC8E-4375-B018-9790F376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543175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C3AE97-8B61-4738-A488-00E3D67F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6193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healthy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571097-1115-459A-ABC6-21799FB3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24175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416E21-2D2A-4217-9E31-3D6CB939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67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91A7AE-D5ED-47CB-8FD4-0382298B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543175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EE2559-51DB-4812-897B-2BDE0726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6193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load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42C925-F45A-43D5-BDA1-12DBBFA3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291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AE785F-763E-488B-A9D0-4B7D5645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05300"/>
            <a:ext cx="123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active checks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8CAA10-961C-4C8E-B600-636B6F6D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22910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529128-325A-41F9-B4A8-B501DAC7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053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leastconn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9AE8E6-37BA-47CC-A349-AB6B1AD4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2291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4D61729-1873-4875-B297-6AEF95E6C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305300"/>
            <a:ext cx="142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WATCH: config drift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132F885-2347-4685-8789-D24A9267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482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270882-E007-4C7F-91D1-531C7CB9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482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9F57E6-F087-413A-86B1-62D2CF9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911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MVP signal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390B59-A10B-4BA4-950B-23CDC3B85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483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Run stack:up with 1 and 4 replicas; inspect HAProxy stats.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649046-60C0-429A-B0E2-01CE9997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E98C12B-5A2A-47B6-B42B-38313EEE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616404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4AC89D-6931-491F-86FB-358A4719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491EA-9101-4500-9FEC-F46D3631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B1FDA-E96D-4B8A-877A-E70CD693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513FA6-4BFB-48C2-A957-81054F9B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1CDEB-3655-46E6-9DF6-1A9F844D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4CF3E-7B76-4A52-BB7F-B725CB8B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DATA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F7342-5C3D-4DB8-972F-E9019CCE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PgBouncer protects Postgres from replica-driven connection pressure.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15B1C-845E-4699-AFCE-8ADF4CB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09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0836D-8A94-47D8-B06B-92C0E8DB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C3D041-5BC7-4308-AB3C-38F34F45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0a1e734884f32">
            <a:extLst>
              <a:ext uri="{96DAC541-7B7A-43D3-8B79-37D633B846F1}">
                <asvg:svgBlip xmlns:asvg="http://schemas.microsoft.com/office/drawing/2016/SVG/main" r:embed="R820acea34bc944b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29146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B1930-4C10-44FE-BEBC-82CCE4A5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575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75E9D-29E7-4BB7-AAA0-2DE9B662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432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pooled 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9AE11-E95A-405B-B7F5-C63E2C7B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47950"/>
            <a:ext cx="228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833EF-495C-450E-B9F5-D648BAE3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479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ACA63-F9DA-429F-86DB-79E7FA68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94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98f7c5c794bba">
            <a:extLst>
              <a:ext uri="{96DAC541-7B7A-43D3-8B79-37D633B846F1}">
                <asvg:svgBlip xmlns:asvg="http://schemas.microsoft.com/office/drawing/2016/SVG/main" r:embed="R7ee5ea0518884e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29146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F7FAE4-E023-4A94-9BFE-7E11ADEE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575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PgBouncer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9B7FA-285F-4105-97D7-C72885D7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1432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transaction pool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C5E89-F86A-427F-86EE-398604CA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570D3E-ADC5-42CD-AE16-5748046D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71203C-710C-426C-97B2-F1D4B568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33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b8d2047d04a37">
            <a:extLst>
              <a:ext uri="{96DAC541-7B7A-43D3-8B79-37D633B846F1}">
                <asvg:svgBlip xmlns:asvg="http://schemas.microsoft.com/office/drawing/2016/SVG/main" r:embed="Rbbc3c441504c47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15300" y="26289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846F3C-E582-450D-A1F8-3FB5D99A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Postgres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877277-0AC9-4B66-85CA-0A447BC6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5750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source of truth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3C85C9-A471-4E2D-9CBA-C2CBB0E0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66725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988E10-D6A0-4044-B37B-2F4323F2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66725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B57EE0-0CAC-40B8-8861-A240FC2B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8387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31f11bc644edb">
            <a:extLst>
              <a:ext uri="{96DAC541-7B7A-43D3-8B79-37D633B846F1}">
                <asvg:svgBlip xmlns:asvg="http://schemas.microsoft.com/office/drawing/2016/SVG/main" r:embed="R1d8b1f3511d240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95800" y="49339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F6B0BD-066C-4A79-A013-874651F1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87680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Migrations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DB7768-F65B-4E7F-B619-A2EB3624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62550"/>
            <a:ext cx="137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direct DB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02AE7-FC8C-4FE7-B02E-0A70B152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162300"/>
            <a:ext cx="1257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8E51E7-FEBF-40BD-BF12-4CFFEBF1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105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694F38-B523-4E17-A124-3C26185E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130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CA33E2-0CF1-4774-9FA4-12E2BB08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5750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SQL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67BF6F-C6CE-4F67-B863-273CFDAD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62300"/>
            <a:ext cx="1333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79BA87-2BC4-4A21-A951-B6E47E70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051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52216E-A775-4A49-9B1B-647D79FF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90CFA8-0D8E-47A9-9B9B-08D397C2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backend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BBF18F-FCEA-4BB1-A8E3-C5A45EF9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14750"/>
            <a:ext cx="381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D8AA5F-550C-4D2A-98A1-A5B196CE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6385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E9AB19-05EA-487F-ABD0-005BA620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048125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BED033-AC19-46CF-AA6B-2799818D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243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DDL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BE7B62-1B17-49D2-B298-04A96F8F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060F41-7C6D-4C99-8F5D-46CF73DF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533900"/>
            <a:ext cx="857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reuse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9CFA1A3-2DA6-4BEB-BF72-0EB4746C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4577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FC743D8-1392-4475-AC13-9AD4F194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33900"/>
            <a:ext cx="1619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WATCH: session state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1B11805-790F-494D-83A6-70A7599A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8630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4B8EC61-ECE7-4D72-A308-502BE588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8630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4B223D7-6DE7-4A64-97E1-07D00F0B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291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MVP signal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D8C0EF3-C6AD-4463-9401-EEC4E09B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8635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Inspect PgBouncer pools and Postgres row counts after load.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92F593C-8288-4CEC-B355-95D95310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EADC45E-9591-428E-A4CB-83C444C9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528412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B97445-31D7-45A4-BFB3-730D3653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E00B3-3903-49C6-9051-20357E11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624C9-E4F9-447A-9B5B-D25D92BF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438DE-2109-48CE-B9C2-C37E318B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56438-E885-43E2-A1F0-14EB9D0BA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C6901F-0482-4E75-8389-ED8E5C6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DURABLE ASYNC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684FA-D1AE-424E-909D-12A3DB95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outbox records intent before RabbitMQ delivery is attempted.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4476F-EDBD-41B7-86AF-52138E57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D02CF-B861-4DEA-B6A6-92897862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63EC3B-CE66-4337-A562-B7758204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a7dd3c6b8432b">
            <a:extLst>
              <a:ext uri="{96DAC541-7B7A-43D3-8B79-37D633B846F1}">
                <asvg:svgBlip xmlns:asvg="http://schemas.microsoft.com/office/drawing/2016/SVG/main" r:embed="Rebf3060e7d4640f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52500" y="28956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176DE-EE63-4D17-801E-7DC6BD80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38450"/>
            <a:ext cx="895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Order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91444-16CD-4360-8771-68B529B1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24200"/>
            <a:ext cx="895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AE020E-F740-4E05-B423-4BDB5759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B7770C-E209-497C-93C5-F4F700A7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E510B-7160-4DB4-902F-600912E3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00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cad7cb85d4204">
            <a:extLst>
              <a:ext uri="{96DAC541-7B7A-43D3-8B79-37D633B846F1}">
                <asvg:svgBlip xmlns:asvg="http://schemas.microsoft.com/office/drawing/2016/SVG/main" r:embed="Rdb1de9fec58a41b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524250" y="28956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39BA4A-12F6-46F1-BA11-2BD89B30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384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Outbox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573BA6-6290-4D16-AC2A-E494E249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2420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BDAF0A-A520-40D8-8E96-121F73CCB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28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DDEE2D-47BF-440F-8A85-09AF4502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28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B6CB9-03CB-4DCD-83C1-D20653C3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f2e8aac39147e6">
            <a:extLst>
              <a:ext uri="{96DAC541-7B7A-43D3-8B79-37D633B846F1}">
                <asvg:svgBlip xmlns:asvg="http://schemas.microsoft.com/office/drawing/2016/SVG/main" r:embed="R8d75325414074f5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86500" y="28956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5B1402-DDB5-4CE4-BD5B-6534CA24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384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664CA0-5EA6-4A41-943F-9FAFA228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2420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queue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3397F-661F-4E7D-919D-58B324B0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C33BCE-3F17-4855-8635-F92BAA93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8619DD-B578-4D24-9483-669510AC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d1b1b3ba94afa">
            <a:extLst>
              <a:ext uri="{96DAC541-7B7A-43D3-8B79-37D633B846F1}">
                <asvg:svgBlip xmlns:asvg="http://schemas.microsoft.com/office/drawing/2016/SVG/main" r:embed="R2332a067c59443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048750" y="28956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45D3D6-AB7B-4E7F-B32B-3EB7359F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8384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Worker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4E8A42-4369-4ECC-8F2B-25C51F10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2420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idempotent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C25063-CCD3-48F0-9409-434B3BD5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43450"/>
            <a:ext cx="2000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E5DDE9-72E9-4DCB-859E-B5C7E6CD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43450"/>
            <a:ext cx="571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7112F7-41D1-4F50-A2BB-346F3FB6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149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012bb331d43c2">
            <a:extLst>
              <a:ext uri="{96DAC541-7B7A-43D3-8B79-37D633B846F1}">
                <asvg:svgBlip xmlns:asvg="http://schemas.microsoft.com/office/drawing/2016/SVG/main" r:embed="Rc75b80e0de4b49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286500" y="50101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6E7642-E9F6-4CB3-AA48-01C42326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95300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Retry / DLQ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EFC865-D1E9-4FA2-A02B-59C1265E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3875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bounded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39B9C6-41B8-4FFD-9F7B-1E15AD75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0515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B9D1463-E858-401A-AA41-B5812A72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048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54ED31-5A4D-4DD5-B152-0A2B60B0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241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F026B8-2F9E-4EBC-9543-B22B1AEA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003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TX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A75BA2C-6AAE-487F-92C0-EE2B942B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0515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7C0AC1-C6EE-42B9-994C-2309D584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48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A05493-9F38-4B3A-BD43-7E8D4E79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2FE268-0316-461F-978E-B6184098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003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EVENT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BE0C42-E32B-4AEA-B1C9-F270B06B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0515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D25EAC-DA90-450C-85EA-7FDFE08B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480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D62FED-CA3A-4B77-8449-75237CBB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A1A0E6-0D05-4B92-B540-AE863068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ACK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D6172E-F9A5-4073-B23C-3C846515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19500"/>
            <a:ext cx="381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4F99AC-472C-4537-9AC2-99507C4C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667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1E7CAC-D6DC-4D4F-B6D0-2AF639F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03860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902150-ED0E-41A7-BA4C-113FC87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11480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RETRY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E2251D-4AD5-4437-BB73-EF9DCFE4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05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3B76B84-F6CF-4126-90BF-500E4A9B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1524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no lost intent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FA4169-5CD5-4521-BCA6-E61EF9D9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053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3167BB7-5A07-4CC8-A042-32F8A08F2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23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WATCH: backlog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2588B40-D59A-4FE9-83E9-13DE6C71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434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28EEA4-E6A1-4DC1-B7E7-D187DF0E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434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792102-36D8-4BB4-8B60-4C09378C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863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MVP signal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210BD85-3F7C-4177-B56B-D36D34F4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1435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Outbox drains, worker writes processed_events, DLQ can be forced.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6EBB16B-C634-4F46-8F0A-3BFE70B9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0E668E8-0EC3-4930-8B3B-FC0E1F1D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511552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6948FF-9F67-4887-BF5A-933737C4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E5238-8B36-45CD-8F06-8A52A60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D1D0E-67D6-4241-983C-BBB013BB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00DA3-5E7F-49D6-A417-4816AFAD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007FA-7E08-424E-892B-3CC512C9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418B0-2E53-4B6B-B00E-B46DF29E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REDIS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B149BD-DA5E-449A-88C7-98D4BFA66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Redis is soft state: fast when present, survivable when degraded.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47849-F6E6-4DB0-BE99-8F3CAC14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1CCB6-8F32-4AE2-9DC3-451E6BA5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57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3BA24-BEDB-4C39-8465-8B191821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670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17de578784665">
            <a:extLst>
              <a:ext uri="{96DAC541-7B7A-43D3-8B79-37D633B846F1}">
                <asvg:svgBlip xmlns:asvg="http://schemas.microsoft.com/office/drawing/2016/SVG/main" r:embed="R2e90307d69fb41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57300" y="31623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E4BA8-D179-42FB-BC1C-CD831F4B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D65861-73F1-4DCA-909B-FC59980D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390900"/>
            <a:ext cx="1085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read order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96A13-CB81-42CA-BC3C-63C5D0F2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145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ECF11-05CE-461E-A841-64550141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145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AB006-225F-4DDA-A16E-68D0EC9B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860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fc2f0a1dcb4951">
            <a:extLst>
              <a:ext uri="{96DAC541-7B7A-43D3-8B79-37D633B846F1}">
                <asvg:svgBlip xmlns:asvg="http://schemas.microsoft.com/office/drawing/2016/SVG/main" r:embed="R9b84a743f2294cf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781550" y="23812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8DCEE-3A84-46FF-9AD6-F91DD14E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2410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Redis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99E876-9816-4F74-B79D-2C3952E4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0985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cache + 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76AFCD-6071-4877-B8E9-757C671A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9560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F760C-833C-4755-B4B5-745468C7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956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7271B3-C3D3-4C6E-9177-48ADB802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670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023e71b9d43b2">
            <a:extLst>
              <a:ext uri="{96DAC541-7B7A-43D3-8B79-37D633B846F1}">
                <asvg:svgBlip xmlns:asvg="http://schemas.microsoft.com/office/drawing/2016/SVG/main" r:embed="Re554272253d540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210550" y="31623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DD54D-D3DA-46CB-BA94-0A21438B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1276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Postgres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E3B717-DA1D-4A7E-92C0-3FB555A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90900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truth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4FA3F9-A487-4A6C-BF53-813EAACF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0012E1-43D7-4BC7-8D54-37D39E25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14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F6F2E8-58A6-4C32-92DA-4DF20038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908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633172-5418-4677-BF24-8BDF7DFF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670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GET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EFE447-FD4A-47D1-8B9A-ECB500B4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57600"/>
            <a:ext cx="152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5975A9-511E-433E-AC38-49DE19DD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6004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225D2E-0851-4C95-99C1-A9C10551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7660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C0C750-58DD-49A9-B75A-1ADD0AB2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5280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HIT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A68873-5F47-4564-928C-90AC4117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51AA35-BD91-4DB0-A9D2-C1022A7C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14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D163D4-D6B4-4350-9011-A03D77A2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9908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DBF06F-FDB7-4B6F-BB27-CBECA6BC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0670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MISS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B58404A-E5CD-4B94-8847-70CC3B5A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62C391-D97D-4E86-9FFC-1C89E25B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19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F86798-27D3-4A4C-9368-E225CA33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24275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79861A-99D0-4602-9250-EE273D54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004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429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5E030C-9BD6-41DF-B40C-53D3D649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148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445C9C-0457-414A-BB14-810B010F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91050"/>
            <a:ext cx="1504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shared counter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265492-292D-4086-98AC-E6B06F5C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14850"/>
            <a:ext cx="1600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D2BF7FE-A941-41DA-BE6B-79734AFE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9105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WATCH: fail-open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D0546C-5C68-4057-88FD-F17B264C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6250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FF0D4C-6445-453F-85BE-13C85161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76250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267531-C3CC-48AC-B321-BEBF74DB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MVP signal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CC5894-2778-472B-B4D3-E4034FAE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6255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Cache MISS then HIT; rate-limit scenario gets its own test.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DB866A-5409-459C-934F-9D048307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4CE7E5F-3A58-47B2-9635-F1AEA837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228693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018189-EDB9-4EC3-8A29-CE2C0CBB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ED37E2-56C8-41AC-B95E-700BC818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83A2EC-847C-4807-AEE5-19B5A5B6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518F3-9C92-4548-84D5-851CC12E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0DF97-7D9C-4BC7-81A0-5DF4EF22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5AEC4-D072-4787-8253-C6C32B67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OPERATE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B3428-DC65-43AF-A99F-6C2882D5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MVP favors visible failure signals before heavier tracing.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708D1-3CBF-4D12-859A-082FB1C0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7C5E9-9CD9-468A-A5E4-B7212E8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7267F-4F7C-44D5-876F-E46F9730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6044176bf24573">
            <a:extLst>
              <a:ext uri="{96DAC541-7B7A-43D3-8B79-37D633B846F1}">
                <asvg:svgBlip xmlns:asvg="http://schemas.microsoft.com/office/drawing/2016/SVG/main" r:embed="R2ced77198a3747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26860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A6242D-8A46-41B3-9FF0-4D2A5C7C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289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Correlation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57E7BE-F2A0-4A7E-9976-7086BCD4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request 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44819-7E52-4C6D-9AC9-0108AFF3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1935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C03B3-79A7-4DBD-B9A9-93B0FBC8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193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AFD97-6C45-45CA-837E-F1FDB97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7a0df84d5b4752">
            <a:extLst>
              <a:ext uri="{96DAC541-7B7A-43D3-8B79-37D633B846F1}">
                <asvg:svgBlip xmlns:asvg="http://schemas.microsoft.com/office/drawing/2016/SVG/main" r:embed="Rfd41fd48350c4d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000500" y="26860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91F73F-8EF4-4440-851A-7239DB7E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289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Drain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A8DA16-BC43-4E10-848B-18386EF9E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in-flight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8F301-1AE5-41C2-ACAD-DCD423B7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8B2267-400C-4475-8157-5860C125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193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A174E-4A28-4000-A430-F54739DF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908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01da64b3249ec">
            <a:extLst>
              <a:ext uri="{96DAC541-7B7A-43D3-8B79-37D633B846F1}">
                <asvg:svgBlip xmlns:asvg="http://schemas.microsoft.com/office/drawing/2016/SVG/main" r:embed="Reaabd3f053c5434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915150" y="26860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98B7CA-13E0-4C02-8203-39F21C1A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289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141407-83E6-470E-A788-B7BDEBDE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Prometheus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A85D48-C21C-4CD9-A802-5771DA3B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4E8D34-C50C-489A-8047-110422B1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890FBE-AB0C-43BE-943D-C794FABC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908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775f357074ebe">
            <a:extLst>
              <a:ext uri="{96DAC541-7B7A-43D3-8B79-37D633B846F1}">
                <asvg:svgBlip xmlns:asvg="http://schemas.microsoft.com/office/drawing/2016/SVG/main" r:embed="R2184229ebf6b4eb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829800" y="26860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FB9D14-7A40-478F-82E5-68762158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289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Dashboards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A1D182-7F61-4109-915A-C1685985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9146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Grafana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AE1050-3730-428B-966F-946384C1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91465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11B7E6-8604-4932-8C4C-A964B572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579405-0AE1-47AE-B2B2-69BB3B92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1465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FAE300-F69C-4003-B62E-69915E56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57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8350EC-654F-4B04-9433-B02ECA28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1465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A5E033-FA05-4599-B94A-C8DDBFB8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857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F52080-2355-43A1-AE29-BF3A3C49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862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FFA647-C229-4021-98DB-3D7B874A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62450"/>
            <a:ext cx="123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trace by ID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6FB948-13A8-492D-9F93-2A6E5507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86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46838E-1C9A-45DE-B734-DA48F44B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62450"/>
            <a:ext cx="1428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PRO: no silent loss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969742-5808-4406-A3AC-33CDEF57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862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95BFF0-0FEC-4376-9861-C1657D89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62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WATCH: OTel later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61369E-3630-4892-8AB3-D12267B5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10540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67AC07-7F26-4CF2-B16A-8FF291F0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10540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8BDE82-2935-4192-B226-040B7701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482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MVP signal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6FD797-891B-4D78-B666-2F2D934F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50545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Logs share correlation IDs; metrics show latency, backlog, in-flight work, DLQ.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80548EB-1659-4241-9AE3-D50539F6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2BAB83-4879-4DBE-BCC2-BB7CC64F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2817612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9D1889-1A57-4174-9216-1674C8AB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86C35-46CD-4CE2-B926-31A37EA0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BB002-CAA6-4C20-B76A-A47F4065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5F226-1608-433E-9C7E-951900DA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CFFAC-03AF-4136-A95A-C8802B4E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F62A1-EE4F-4DE6-8F0D-E4CEE3EE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VERIFICATION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B61F76-22EC-489F-B7E3-FFA337AB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The test plan is a set of system signals, not a checklist for one package.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E36ED-B870-4E83-A742-E3ED85451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b3b2d89c24dcc">
            <a:extLst>
              <a:ext uri="{96DAC541-7B7A-43D3-8B79-37D633B846F1}">
                <asvg:svgBlip xmlns:asvg="http://schemas.microsoft.com/office/drawing/2016/SVG/main" r:embed="R89cfb4a579bb44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7250" y="22669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C028C-D0B1-4E7B-88EB-6D21E814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860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typecheck + lint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CB3CD-BEFE-4B36-ACEA-295361B7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43175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static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7F1F5-7AB6-47CD-9057-5D97138D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145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bdbb2b25d4870">
            <a:extLst>
              <a:ext uri="{96DAC541-7B7A-43D3-8B79-37D633B846F1}">
                <asvg:svgBlip xmlns:asvg="http://schemas.microsoft.com/office/drawing/2016/SVG/main" r:embed="Rd211d0368a7e42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714750" y="22669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4F5D7-06D2-4980-B8A8-67C79417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860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4DE41-EB68-4B61-ABDA-C034199F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43175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live stack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7BD8F-A1EE-43CE-9F8D-615EBB8D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02bc440d584ed7">
            <a:extLst>
              <a:ext uri="{96DAC541-7B7A-43D3-8B79-37D633B846F1}">
                <asvg:svgBlip xmlns:asvg="http://schemas.microsoft.com/office/drawing/2016/SVG/main" r:embed="R9703902c12bd43d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72250" y="22669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92A6F-CA9E-4798-8F50-3644A36F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860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seed orders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E00AD-BF7A-47BC-B697-A3A0F8C3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43175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API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0DE6B-3607-4220-A913-69DD7BCB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114550"/>
            <a:ext cx="2381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235"/>
          </a:solidFill>
          <a:ln xmlns:a="http://schemas.openxmlformats.org/drawingml/2006/main" w="10478">
            <a:solidFill>
              <a:srgbClr val="25364D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e3cbb6cdd4041">
            <a:extLst>
              <a:ext uri="{96DAC541-7B7A-43D3-8B79-37D633B846F1}">
                <asvg:svgBlip xmlns:asvg="http://schemas.microsoft.com/office/drawing/2016/SVG/main" r:embed="R511724ae7e3f407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0" y="226695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324908-42C4-4698-BAE6-E07A8794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860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k6 scenarios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5BF53-6754-4E16-B682-A59D9AFF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43175"/>
            <a:ext cx="1695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load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CCD00B-7E51-4E37-8129-DD0C97FA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148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37C2AE-87B2-455E-9711-4904400F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910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cache HIT/MISS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2CAAD9-F826-4F17-9633-0A1F2967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148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F2A032-E056-4D83-8C32-F524481C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91000"/>
            <a:ext cx="95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rate 429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82652B-9505-494C-B01A-A8822DF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148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6DEDFD-086F-41B4-ADFD-3B29B07C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910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outbox drains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FB68D7-CF5A-457C-82EB-B25E7227D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148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612D5A-CD13-491E-B182-D0A1DE0F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91000"/>
            <a:ext cx="1238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worker writes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DF3912-6AF4-46EA-BE22-69A1ADC4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D4A067-F8AA-4CB7-88CF-1CAC3E73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910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DLQ visible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9F0043-D472-41B6-8DDF-B05EA62B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1480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5F988F-A76E-4FC2-9643-52A2C981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910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pools visible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721B97-932B-45C1-B426-120BCF7B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1EA6024-BD93-4722-9F2E-9FE0D925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603808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8A0D84-159A-4B90-9C3B-43DD008E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29ABE-70C2-45B8-8D09-832C4D0A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6F953-E253-4C8D-83C1-231982F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203E0-5AEE-41D9-A234-C8A38DAD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DF9641-DE7B-4BA5-988E-D6559DF9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33D5E-D08B-4C8D-AE42-241E4E73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AWS PHASE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03EC2-40A2-4D75-B4A3-55A83D8D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Cloud mapping is visible, but still outside the MVP dependency path.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4F939-7625-4B14-8887-A0097277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51DE1-0697-4A8E-9E63-910445DF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907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D087F-96AA-4398-AF9A-CDF04DA0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8f25e469e34be9">
            <a:extLst>
              <a:ext uri="{96DAC541-7B7A-43D3-8B79-37D633B846F1}">
                <asvg:svgBlip xmlns:asvg="http://schemas.microsoft.com/office/drawing/2016/SVG/main" r:embed="R5d210043829f4c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24574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82696-F0A9-4C90-84CA-7A84007F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03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HAProxy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25F16-1035-455A-83C1-DB1D7746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860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local edge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7D243-7A66-4B2E-B0A1-63666C42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907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B1B0F-2DA0-42EA-BE40-770FC01D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907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18E267-F8A4-4F29-AE5D-B91E6F86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2547294b0e4190">
            <a:extLst>
              <a:ext uri="{96DAC541-7B7A-43D3-8B79-37D633B846F1}">
                <asvg:svgBlip xmlns:asvg="http://schemas.microsoft.com/office/drawing/2016/SVG/main" r:embed="Rcf4cbc60cc7340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95850" y="24574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6F37E-6347-462E-894E-83218F18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003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ALB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370592-3903-4B1D-B6B6-7836EC31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candidate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5C5D8-5EA5-4A54-BD96-07A065AB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DBE3E-F0BE-4EB7-A79D-234DEA2B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F3E0C-65D5-44A1-91AB-C5CCA57A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d426c078549e2">
            <a:extLst>
              <a:ext uri="{96DAC541-7B7A-43D3-8B79-37D633B846F1}">
                <asvg:svgBlip xmlns:asvg="http://schemas.microsoft.com/office/drawing/2016/SVG/main" r:embed="R040a65c4e65f41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3638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94DF45-101A-4C89-AEF7-60DD5937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14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API / worker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77491E-7702-4979-9335-69F1540C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671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containers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523683-0DCF-43F4-A716-D6D5800F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718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F16BE8-A2C5-438B-B734-F4430D03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3718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81ADA5-9949-465A-A080-435087B7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433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751b37dde1412d">
            <a:extLst>
              <a:ext uri="{96DAC541-7B7A-43D3-8B79-37D633B846F1}">
                <asvg:svgBlip xmlns:asvg="http://schemas.microsoft.com/office/drawing/2016/SVG/main" r:embed="Re4dab362a0964e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95850" y="36385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A9FBF0-9D6B-402B-B287-86F9B6DE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814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ECS/Fargate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073C30-6E8A-4BA0-A4FE-5007DD22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671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candidate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8CD767-D6A6-452C-B562-7BBADDB7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5BCA27-4FA1-4E99-BC66-FB824C1B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9B1640-B61E-4211-9072-83D43B92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0ff464fb5456a">
            <a:extLst>
              <a:ext uri="{96DAC541-7B7A-43D3-8B79-37D633B846F1}">
                <asvg:svgBlip xmlns:asvg="http://schemas.microsoft.com/office/drawing/2016/SVG/main" r:embed="R9352480f434b4a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85850" y="48196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3B20E8-7485-4DCA-9076-0791E675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625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Postgres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8DA6AE-EBE9-445F-A594-2F44BF60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0482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local DB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B68D40-55B8-4254-AF0E-04205343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5295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47D629-C2DC-494D-8667-7E9DBF62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5295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435C61-E340-4319-8E60-BA81C1F5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244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d265de95af421c">
            <a:extLst>
              <a:ext uri="{96DAC541-7B7A-43D3-8B79-37D633B846F1}">
                <asvg:svgBlip xmlns:asvg="http://schemas.microsoft.com/office/drawing/2016/SVG/main" r:embed="R49ac9f65ef9c43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895850" y="481965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E4DD54-F5C3-4BF2-A23D-94AC19D2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76250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RDS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CD7FC9-54BC-4494-A960-9041709B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04825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candidate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54266F-F380-4EF1-95FE-F50C5834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07786E-8886-4D05-99D1-250BBD0C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9E92C33-1A81-4D4A-8118-6760D93C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8e9b0492774aba">
            <a:extLst>
              <a:ext uri="{96DAC541-7B7A-43D3-8B79-37D633B846F1}">
                <asvg:svgBlip xmlns:asvg="http://schemas.microsoft.com/office/drawing/2016/SVG/main" r:embed="R1fe5f48197f4414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077200" y="30480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1A594D-BA6E-4DA2-BBBF-B9AD5BAB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9908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Redis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760522-AB71-4D97-A302-60A80AE9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766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local cache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774212-C4BF-4EEB-82F2-F9D36C4E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624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042ED2C-F9F5-403E-9006-2F85C7BF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62400"/>
            <a:ext cx="57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7E7F52-35FA-47B7-81C3-BDB78182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338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97b0157c14dd6">
            <a:extLst>
              <a:ext uri="{96DAC541-7B7A-43D3-8B79-37D633B846F1}">
                <asvg:svgBlip xmlns:asvg="http://schemas.microsoft.com/office/drawing/2016/SVG/main" r:embed="Rbfac4a9a5aec4e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077200" y="42291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5C51158-8D79-4D85-A678-2DD4714A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719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RabbitMQ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2D63C0-68FA-407B-BE95-12F14CA4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4577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local broker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927319-3B26-42EB-9F72-D91F53EF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098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AD713D4-13C9-449E-B95A-492B8E48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527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4711DDC-DE0C-45AA-85B9-CEE83BC4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288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68EF8C-3984-41CC-887D-5AA392D4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050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map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08B0A59-6438-45B6-9C60-044322B5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909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50D2746-DFA4-4557-A872-A754951B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809AC63-C9E5-4864-9DEC-3249A68A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099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B88F310-C28D-49E5-9791-FC3823D9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4861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map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27294DF-BA81-4089-80B2-38E514448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72050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327AB4A-94B9-484A-B7E0-F1186B4B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914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0E5BD8F-D85E-4723-829B-50674A86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591050"/>
            <a:ext cx="800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4FF2BE-654D-43DE-8BA1-A668483B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67250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map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661992-95BF-4885-AC52-96EF62E4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09900"/>
            <a:ext cx="123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A3322F1-A5EB-470D-8204-019968C9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861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ElastiCache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24FC2F-BEF0-413A-B206-B0C05911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1910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F59E0B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E32C412-29ED-496A-BEB9-61E202A4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267200"/>
            <a:ext cx="95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defRPr>
            </a:pPr>
            <a:r>
              <a:rPr sz="765" b="1">
                <a:solidFill>
                  <a:srgbClr val="F8FAFC"/>
                </a:solidFill>
                <a:latin typeface="Aptos Mono"/>
                <a:ea typeface="Aptos Mono"/>
                <a:cs typeface="Aptos Mono"/>
              </a:rPr>
              <a:t>Amazon MQ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532D21B-EE56-4658-9CD1-6AAF1A22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970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386A97B-6386-493D-869C-FE6D9B38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970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1BBEEE8-7464-43B4-B035-C9896BB2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3625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Promotion gate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BBB7F18-24BA-4554-9953-97D12613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61975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IaC, cost guardrails, teardown, IAM/VPC review, CloudWatch checks.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77F3066-DBAC-4EF7-A256-44D579BE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621FA86-F0D3-4E0E-9CB0-4E6EE63D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96707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7A4C10-C223-4611-AF4C-D06C7249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71818-2B35-4BF0-B620-68B2D172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7B6D4-7E33-4C7D-8AE8-18664C3F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D0108-AC8E-490F-86D4-E4E8C1AA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57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4B3FF-0A76-404D-9074-774C9F6E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81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89502-B26E-40FC-9C9A-0CE9BFE6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94A3B8"/>
                </a:solidFill>
                <a:latin typeface="Aptos Mono"/>
                <a:ea typeface="Aptos Mono"/>
                <a:cs typeface="Aptos Mono"/>
              </a:rPr>
              <a:t>OPERATING RULE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77552-0280-480A-9B06-56B8F64A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66750"/>
            <a:ext cx="838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8FAFC"/>
                </a:solidFill>
                <a:latin typeface="Aptos Display"/>
                <a:ea typeface="Aptos Display"/>
                <a:cs typeface="Aptos Display"/>
              </a:rPr>
              <a:t>New backend strategies must earn a place on the map.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AFED9-BC77-43D4-8589-A982DAE9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EF444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6731F-2DDE-4499-BA60-C915C495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83F3A-5580-4735-857D-66C632C6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e72e2b7154dbb">
            <a:extLst>
              <a:ext uri="{96DAC541-7B7A-43D3-8B79-37D633B846F1}">
                <asvg:svgBlip xmlns:asvg="http://schemas.microsoft.com/office/drawing/2016/SVG/main" r:embed="R5209a9d26ffa4eb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192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87E384-20E8-49D8-B5C6-33ABE0EA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9146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Gap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E1712-5D4B-4447-B801-84CE72F5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2004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real behavior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ECFC46-F272-42B5-B076-54C15695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38BDF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B8331A-DD48-4B42-89D5-9A3F8E83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AA31AA-935E-4DFA-B9C5-C0C27B12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765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da8974bb040f4">
            <a:extLst>
              <a:ext uri="{96DAC541-7B7A-43D3-8B79-37D633B846F1}">
                <asvg:svgBlip xmlns:asvg="http://schemas.microsoft.com/office/drawing/2016/SVG/main" r:embed="R5533fb44b40c4b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0386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973011-D192-4CEC-A085-1967C403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146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094CB-8221-4993-8501-9885DCCF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004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ADR + tradeoff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6708AB-0210-4BBB-A7BA-6583BEC0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0510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322F40-A0EE-48C0-A4D9-3A1B74AD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051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F7B921-3872-4F82-B0B4-32E69CC5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765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7190bad9684cf7">
            <a:extLst>
              <a:ext uri="{96DAC541-7B7A-43D3-8B79-37D633B846F1}">
                <asvg:svgBlip xmlns:asvg="http://schemas.microsoft.com/office/drawing/2016/SVG/main" r:embed="Rba2b7758056645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52BE1B-61C9-49A3-9367-7BD5C217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146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1C1465-C651-4791-9685-F1B78F04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004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service / code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8EA7A1-2DE4-4E4E-878D-9C52998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05100"/>
            <a:ext cx="2095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2C55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D80A8A-BCCF-4631-A65B-316EFC9D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051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83DB47-06C6-446E-B93B-22D3162E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7370d59504ad8">
            <a:extLst>
              <a:ext uri="{96DAC541-7B7A-43D3-8B79-37D633B846F1}">
                <asvg:svgBlip xmlns:asvg="http://schemas.microsoft.com/office/drawing/2016/SVG/main" r:embed="R8b75fa06175344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6774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E255B5-A036-4650-9433-917E8DFB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914650"/>
            <a:ext cx="1181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87CC4A-F1F3-4A15-ADCC-57172D48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200400"/>
            <a:ext cx="1181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CBD5E1"/>
                </a:solidFill>
                <a:latin typeface="Aptos Mono"/>
                <a:ea typeface="Aptos Mono"/>
                <a:cs typeface="Aptos Mono"/>
              </a:rPr>
              <a:t>test / metric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426785-61DE-4C28-ACDA-F79B9FF9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0400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C7BD12-3B87-4235-9BEC-EBA78279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0ED9F7-793F-4800-932F-39D6707F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00400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12F1EE-204A-4BD0-A410-7D2EFA8B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3A1151-FA60-415E-A294-D3043BB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00400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CCB8BD-76A0-469C-8439-9E8BF873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46B09F-E8C1-4065-9917-91CB8D90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84E97F-21D9-470D-ACD7-0A81DE92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90185A-17A0-44E5-9804-AA80B50D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72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Do add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79EBD7-8B9C-4BB9-B201-D303C46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Patterns that expose scale, resilience, security, or operability behavior.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D345B7-476E-4AA2-8E81-B43B4FDD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29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6506D8-5F25-466E-8FFA-2888E4E5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29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1C7B72-D513-4578-A709-678AD8EA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772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Do not add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AF69F6-0552-499D-AEE3-12BBBEEB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029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Decorative enterprise boxes without a command or signal.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3403CB-9E64-4A19-BE82-DC497132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29150"/>
            <a:ext cx="3048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0478">
            <a:solidFill>
              <a:srgbClr val="26364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901914D-1037-4F71-91FB-5DC669B6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29150"/>
            <a:ext cx="571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0EC0F8-7131-487B-A2D7-E52777FA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7720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Docs follow code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2C995E-2868-4F3E-BE77-C47CFF3C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29200"/>
            <a:ext cx="2628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40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Update guides, ports, diagrams, deck, and verification steps together.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654B88-10B7-4AE4-B983-45FB469F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86525"/>
            <a:ext cx="3905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713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Backend Architecture Playground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04380F3-6E50-423B-859B-C62C4E33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457950"/>
            <a:ext cx="400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88781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2026-05-12T05:38:24.7760000Z</dcterms:created>
  <dcterms:modified xsi:type="dcterms:W3CDTF">2026-05-12T05:38:24.7760000Z</dcterms:modified>
</coreProperties>
</file>